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704"/>
  </p:normalViewPr>
  <p:slideViewPr>
    <p:cSldViewPr snapToGrid="0">
      <p:cViewPr varScale="1">
        <p:scale>
          <a:sx n="120" d="100"/>
          <a:sy n="120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en-US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92D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29EC-A346-82F0-B554C778132C}"/>
              </c:ext>
            </c:extLst>
          </c:dPt>
          <c:dPt>
            <c:idx val="1"/>
            <c:bubble3D val="0"/>
            <c:spPr>
              <a:solidFill>
                <a:srgbClr val="00B05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4-29EC-A346-82F0-B554C778132C}"/>
              </c:ext>
            </c:extLst>
          </c:dPt>
          <c:dPt>
            <c:idx val="2"/>
            <c:bubble3D val="0"/>
            <c:spPr>
              <a:solidFill>
                <a:srgbClr val="0070C0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9EC-A346-82F0-B554C778132C}"/>
              </c:ext>
            </c:extLst>
          </c:dPt>
          <c:dPt>
            <c:idx val="3"/>
            <c:bubble3D val="0"/>
            <c:spPr>
              <a:solidFill>
                <a:schemeClr val="bg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29EC-A346-82F0-B554C778132C}"/>
              </c:ext>
            </c:extLst>
          </c:dPt>
          <c:dPt>
            <c:idx val="4"/>
            <c:bubble3D val="0"/>
            <c:spPr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9EC-A346-82F0-B554C778132C}"/>
              </c:ext>
            </c:extLst>
          </c:dPt>
          <c:dPt>
            <c:idx val="5"/>
            <c:bubble3D val="0"/>
            <c:spPr>
              <a:solidFill>
                <a:schemeClr val="bg2">
                  <a:lumMod val="50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6-29EC-A346-82F0-B554C778132C}"/>
              </c:ext>
            </c:extLst>
          </c:dPt>
          <c:dLbls>
            <c:dLbl>
              <c:idx val="0"/>
              <c:layout>
                <c:manualLayout>
                  <c:x val="-0.10851491807867673"/>
                  <c:y val="0.2153318385673518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33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effectLst/>
                      </a:rPr>
                      <a:t>069006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endParaRPr lang="en-US" dirty="0"/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33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286419289229865"/>
                      <c:h val="7.088594926326298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29EC-A346-82F0-B554C778132C}"/>
                </c:ext>
              </c:extLst>
            </c:dLbl>
            <c:dLbl>
              <c:idx val="1"/>
              <c:layout>
                <c:manualLayout>
                  <c:x val="-0.17944301662529905"/>
                  <c:y val="1.0995170263241611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33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effectLst/>
                      </a:rPr>
                      <a:t>008000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endParaRPr lang="en-US" dirty="0"/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33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316350816069766"/>
                      <c:h val="6.8686915210614652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29EC-A346-82F0-B554C778132C}"/>
                </c:ext>
              </c:extLst>
            </c:dLbl>
            <c:dLbl>
              <c:idx val="2"/>
              <c:layout>
                <c:manualLayout>
                  <c:x val="-0.10660678244344722"/>
                  <c:y val="-0.1955402723650853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330" b="1" i="0" u="none" strike="noStrike" kern="1200" baseline="0">
                        <a:ln>
                          <a:noFill/>
                        </a:ln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ln>
                          <a:noFill/>
                        </a:ln>
                        <a:effectLst/>
                      </a:rPr>
                      <a:t>0000FF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ln>
                          <a:noFill/>
                        </a:ln>
                        <a:solidFill>
                          <a:prstClr val="white"/>
                        </a:solidFill>
                      </a:defRPr>
                    </a:pPr>
                    <a:endParaRPr lang="en-US" dirty="0">
                      <a:ln>
                        <a:noFill/>
                      </a:ln>
                    </a:endParaRPr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330" b="1" i="0" u="none" strike="noStrike" kern="1200" baseline="0">
                      <a:ln>
                        <a:noFill/>
                      </a:ln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504378205333808"/>
                      <c:h val="7.52840173685596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29EC-A346-82F0-B554C778132C}"/>
                </c:ext>
              </c:extLst>
            </c:dLbl>
            <c:dLbl>
              <c:idx val="3"/>
              <c:layout>
                <c:manualLayout>
                  <c:x val="0.11461717995518805"/>
                  <c:y val="-0.19773930641773368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33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effectLst/>
                      </a:rPr>
                      <a:t>FFFFFF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endParaRPr lang="en-US" dirty="0"/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33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775035742245791"/>
                      <c:h val="7.52840173685596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29EC-A346-82F0-B554C778132C}"/>
                </c:ext>
              </c:extLst>
            </c:dLbl>
            <c:dLbl>
              <c:idx val="4"/>
              <c:layout>
                <c:manualLayout>
                  <c:x val="0.18144502993376457"/>
                  <c:y val="-2.198947476504615E-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33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effectLst/>
                      </a:rPr>
                      <a:t>000000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endParaRPr lang="en-US" dirty="0"/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33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827734363053839"/>
                      <c:h val="7.528401736855965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29EC-A346-82F0-B554C778132C}"/>
                </c:ext>
              </c:extLst>
            </c:dLbl>
            <c:dLbl>
              <c:idx val="5"/>
              <c:layout>
                <c:manualLayout>
                  <c:x val="0.10514421944231121"/>
                  <c:y val="0.2065357023567584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noAutofit/>
                  </a:bodyPr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1330" b="1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dirty="0">
                        <a:effectLst/>
                      </a:rPr>
                      <a:t>A9A9A9</a:t>
                    </a:r>
                  </a:p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>
                        <a:solidFill>
                          <a:prstClr val="white"/>
                        </a:solidFill>
                      </a:defRPr>
                    </a:pPr>
                    <a:endParaRPr lang="en-US" dirty="0"/>
                  </a:p>
                </c:rich>
              </c:tx>
              <c:spPr>
                <a:pattFill prst="pct75">
                  <a:fgClr>
                    <a:schemeClr val="dk1">
                      <a:lumMod val="75000"/>
                      <a:lumOff val="25000"/>
                    </a:schemeClr>
                  </a:fgClr>
                  <a:bgClr>
                    <a:schemeClr val="dk1">
                      <a:lumMod val="65000"/>
                      <a:lumOff val="35000"/>
                    </a:schemeClr>
                  </a:bgClr>
                </a:patt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1330" b="1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421748057685856"/>
                      <c:h val="6.2089813052669633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6-29EC-A346-82F0-B554C778132C}"/>
                </c:ext>
              </c:extLst>
            </c:dLbl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#000000</c:v>
                </c:pt>
                <c:pt idx="1">
                  <c:v>#FFFFFF</c:v>
                </c:pt>
                <c:pt idx="2">
                  <c:v>#0000FF</c:v>
                </c:pt>
                <c:pt idx="3">
                  <c:v>#008000</c:v>
                </c:pt>
                <c:pt idx="4">
                  <c:v>#069006</c:v>
                </c:pt>
                <c:pt idx="5">
                  <c:v>#A9A9A9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16.7</c:v>
                </c:pt>
                <c:pt idx="1">
                  <c:v>16.7</c:v>
                </c:pt>
                <c:pt idx="2">
                  <c:v>16.7</c:v>
                </c:pt>
                <c:pt idx="3">
                  <c:v>16.7</c:v>
                </c:pt>
                <c:pt idx="4">
                  <c:v>16.7</c:v>
                </c:pt>
                <c:pt idx="5">
                  <c:v>16.7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EC-A346-82F0-B554C778132C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CC050-7D6E-5D15-11EA-65595D2C3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8BE2E-96D9-E423-F63E-592699A420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433C9-15FA-9CAF-3CA3-4D7BBC8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E65BA-71CF-16EC-55F8-0313C7C90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E045A-2F0C-BD9A-BF2E-A3E5896B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201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AD5D1-EC47-639C-4F19-BE05AF6C9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5DA62-B3BB-D104-9F85-550C88B8B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DB1BF-621D-62A5-BF3D-2F5AD791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50D3C-D8EA-3BC1-FF0C-E48BA801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E9EF5D-DB28-4F7F-75C7-96A4C088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81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8E99E-3C87-1909-EC36-01DBDA9C3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EC777-61F9-0C31-89D6-CF96C9655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E93C4-EFA0-2B82-9D81-9BB524C3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0C259-1889-0BB2-8611-2FB4B09B1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04680-A968-B02E-22BB-60B19EA2C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928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59BD6-F52D-B213-3DE9-4D932B2F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20B0C-297C-E4E5-0C20-9C6DD86AF5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63F68-7E60-1177-21D4-1FB9A5C0D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75193-503E-1694-0883-639305CB4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68B48C-01FE-1FDE-93E8-85DA59EE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194BA-2F47-554F-C855-84B739263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39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07BEC-FCD3-714C-D6F9-C0F4F4373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9C3A4-E774-13B7-90FD-C54D8F441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C0CB3A-44B1-AB83-6E2F-0F1630458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30D262-A4E7-04C2-BD1E-70E84F37BD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675D79-B4CB-406F-A669-6CEFD1CD2B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1A5751-705E-58AF-3833-3835A67F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2B1A39-C40F-C003-FDF6-4949523CB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8ADAFE-6FE7-EB5A-18CF-D036FBCF8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536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A40B0-DEB4-46B7-5139-1A92C3BD7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3D1FC2-9024-78A8-12BE-2D19FD15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1C86F-CA90-625B-7F16-17C17EAC0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8A4BC-C9A8-DE81-D432-9A4F682A3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27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BED20B-6072-E002-5C12-2874450A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1DD4D-2C29-8C72-BF0B-325A3B3AE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FD24D4-5FFA-AE57-D474-48FAB7B28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11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AA1E7-D9D4-E1B4-F8BD-50EA36CC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DA6DC-8771-75B1-6E8C-23A0B99D5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C99FB-D07B-1348-D508-02EFFC0B8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64D2E3-99D4-D209-7D29-F48912347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C705F7-865A-38F0-910D-8272B893D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815A8-1430-0E77-EF01-D7A5D7640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137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077F8-7794-91DB-76E9-06B7813D5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97A8B1-4ACE-6B7A-20B0-BAE1A7380F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009B34-AAA8-9059-AA59-DC7D5E4F5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4F816-2C83-68B9-4E05-2A68C2078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C71CF2-1718-1CE2-6653-F0774F44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DDC98-AD42-7261-AD56-2B27F2DF8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9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6BB56-6268-1952-D423-EFA0EB847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23825A-88EE-CEE9-C3A8-82C3782A7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F9B8E-0BC0-FBAE-7D0B-D08ADCCDE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76599B-9570-7AE6-39F4-5305AA1A4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DB68F7-5412-AD3E-7E98-8B5FCAF6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479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72B0DB-8E2B-6929-1BD4-62591CF222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26D19-BC3E-5E31-8B59-823870B77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5BE97-4168-DE98-7318-55F97D99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FFA2D-2E0E-7043-A9DC-08321278C09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C72E9-B17C-0640-195D-7B5A99783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68953-8177-DEEB-9D8A-1354F224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4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8497BF-F676-E68F-4587-028BA3822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431A7-9EDF-B166-290B-91A8888E7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1E1F12-9A4B-AEE5-3E78-A703857553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5FFA2D-2E0E-7043-A9DC-08321278C096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182368-F871-E095-4667-6BE0C9F23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F5BB51-DE4A-7BD0-58D9-D8578673D8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E957F-DD9A-C040-93AB-721644FDF5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51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8B61EFA6-6C55-997E-4A6D-20657DAA79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5475366"/>
              </p:ext>
            </p:extLst>
          </p:nvPr>
        </p:nvGraphicFramePr>
        <p:xfrm>
          <a:off x="914625" y="392512"/>
          <a:ext cx="9384553" cy="57752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74358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8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Desmond Lartey</dc:creator>
  <cp:lastModifiedBy>Desmond Lartey</cp:lastModifiedBy>
  <cp:revision>4</cp:revision>
  <dcterms:created xsi:type="dcterms:W3CDTF">2026-04-05T15:46:56Z</dcterms:created>
  <dcterms:modified xsi:type="dcterms:W3CDTF">2026-04-10T16:44:07Z</dcterms:modified>
</cp:coreProperties>
</file>